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{{company_name}} 입찰제안서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프로젝트: {{project_name}}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제안사: {{company_name}}</a:t>
            </a:r>
          </a:p>
          <a:p>
            <a:r>
              <a:t>담당자: {{contact_name}}</a:t>
            </a:r>
          </a:p>
          <a:p>
            <a:r>
              <a:t>금액: {{total_amount}}원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